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32373C"/>
                </a:solidFill>
                <a:latin typeface="Museo Slab"/>
              </a:defRPr>
            </a:pPr>
            <a:r>
              <a:t>OceanJet Booking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32373C"/>
                </a:solidFill>
                <a:latin typeface="Raleway"/>
              </a:defRPr>
            </a:pPr>
            <a:r>
              <a:t>How It Works - Operations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What Does the Automation 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72F2F"/>
                </a:solidFill>
                <a:latin typeface="Raleway"/>
              </a:defRPr>
            </a:pPr>
            <a:r>
              <a:t>No more manual ticket entry - the bot handles it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Automatically picks up new ferry bookings from Bookaway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Issues tickets in OceanJet's PRIME system (no human needed)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Approves the booking back on Bookaway with the ticket numbers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Runs continuously - checks for new bookings every 30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How It Works -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1. New booking arrives on Bookaway (customer has paid)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2. Bot picks it up and claims it (so no one else touches it)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3. Bot checks: Is passenger info complete? Is departure within 2 months?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4. Bot fills in the ticket details in PRIME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5. Bot captures the ticket number(s) from PRIME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6. Bot approves the booking on Bookaway with the ticket numbers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7. Done! Customer gets their confirmation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2373C"/>
                </a:solidFill>
                <a:latin typeface="Museo Slab"/>
              </a:defRPr>
            </a:pPr>
            <a:r>
              <a:t>Booking Types &amp; Routes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Supported Booking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The bot automatically detects the booking type - no manual selection needed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40279"/>
          <a:ext cx="109115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Tickets per Passenger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One-Way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Cebu &gt; Tagbilaran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1 ticket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Round-Trip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Cebu &gt; Tagbilaran &gt; Cebu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2 tickets (departure + return)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Connecting One-Way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Cebu &gt; Siquijor via Tagbilaran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2 tickets (one per leg)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Connecting Round-Trip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Cebu &gt; Siquijor &gt; Cebu via Tagbilaran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4 tickets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Routes &amp; Stations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72F2F"/>
                </a:solidFill>
                <a:latin typeface="Raleway"/>
              </a:defRPr>
            </a:pPr>
            <a:r>
              <a:t>19 stations supported across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Direct routes between: Cebu, Tagbilaran (Bohol), Siquijor, Dumaguete, Maasin City (Leyte), Surigao, Bacolod, Iloilo, Ormoc, Batangas, Calapan, and more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Connecting routes (via hub station):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Cebu &lt;&gt; Siquijor (via Tagbilaran)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Cebu &lt;&gt; Dumaguete (via Tagbilaran)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Cebu &lt;&gt; Surigao (via Maasin City)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2373C"/>
                </a:solidFill>
                <a:latin typeface="Museo Slab"/>
              </a:defRPr>
            </a:pPr>
            <a:r>
              <a:t>Rules &amp;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Rules the Bot Follows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Only processes bookings with departure within 2 months (PRIME limitation)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Skips bookings already claimed by someone else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Validates passenger data before touching PRIME (name, age, gender must be present)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Processes bookings in order of earliest departure first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Fetches up to 50 bookings per cycle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Smart alerting for missing trips: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If departure is more than 7 days away and trip not found - no alert (schedules may not be open yet)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If departure is within 7 days and trip not found - sends alert immediately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2373C"/>
                </a:solidFill>
                <a:latin typeface="Museo Slab"/>
              </a:defRPr>
            </a:pPr>
            <a:r>
              <a:t>Slack Alerts &amp; 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Slack Alerts You'll Receive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[!] Booking Failed - a specific booking couldn't be processed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Examples: trip sold out, station not found, passenger data missing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Includes a direct link to the booking in Bookaway for manual action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[!] Partial Failure - some passengers got tickets, others failed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Booking stays claimed by the bot - manual fix needed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[!!] System Failure - PRIME crashed, timed out, or had an internal error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Automation stops completely - someone needs to check PRIME and restart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[!!] Session Expired - PRIME login has expired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Re-login to PRIME and restart the automation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[i] Poll Cycle Summary - sent after every batch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Shows how many bookings were approved, skipped, or failed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Includes booking references so you can track each 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Common Errors &amp; What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To Do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Trip Sold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No seats available on this voyage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Rebook customer on a different time/date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Trip Not Found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No voyage for this route and 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Check if schedules are open for that 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Station Not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Route not recognized in PRIME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Check route mapping is 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Accommodation Unavailable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Seat class (Tourist/Business/Open Air) is 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Try a different class or voyage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Passenger Validation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Missing name, age, or gender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Fix passenger details in Bookaway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Voyage Time Mismatch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No voyage at the expected departure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Verify schedule in PRIME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 Timeout / Crash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 app became unresponsive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Restart PRIME, log in, restart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Poll Cycle Summary - What It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72F2F"/>
                </a:solidFill>
                <a:latin typeface="Raleway"/>
              </a:defRPr>
            </a:pPr>
            <a:r>
              <a:t>Sent to Slack after every batch so you always know what's happening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Poll Cycle Summary (15 processed)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Approved (12): BW4992623, BW4992716, BW4992876, ...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Skipped (2): BW4987406, BW4988001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Errors (1): BW4989123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What To Do When You See an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Booking failure alert: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Click the Bookaway link in the Slack message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Handle the booking manually (rebook, fix data, etc.)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System failure alert: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Check PRIME on the Windows VM (via AnyDesk)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Re-login to PRIME if needed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Restart the automation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Partial failure alert: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Some tickets were already issued - don't re-issue them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Coordinate with OceanJet if needed for the failed passengers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Questions about the automation?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Contact the engineering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