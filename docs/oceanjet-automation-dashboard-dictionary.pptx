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32373C"/>
                </a:solidFill>
                <a:latin typeface="Museo Slab"/>
              </a:defRPr>
            </a:pPr>
            <a:r>
              <a:t>OceanJet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47472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32373C"/>
                </a:solidFill>
                <a:latin typeface="Raleway"/>
              </a:defRPr>
            </a:pPr>
            <a:r>
              <a:t>Dashboard Data Dictionary — A guide to understanding events, error codes, and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Event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Event Types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5 event types track the full booking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booking_claimed — The automation picked up a booking from the Bookaway queue and claimed it for processing. Always the first event for any booking.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booking_skipped — The automation decided NOT to process this booking. It was released back to the queue.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See 'Skip Reasons' for why this happens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booking_failed — The automation tried to process the booking but something went wrong.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See 'Error Codes' for what happened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booking_approved — Full success! Tickets were issued in PRIME and the booking was approved on Bookaway.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poll_cycle_completed — Summary event at the end of each processing cycle showing totals.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Booking Lifecycle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1. Booking enters Bookaway queue → booking_claimed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2. Pre-checks: Is it still pending? Is departure within 2 months? → If no: booking_skipped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3. Translate data and validate passengers → If invalid: booking_failed (PASSENGER_VALIDATION_ERROR)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4. Issue tickets in PRIME via RPA → If error: booking_failed (with specific error code)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5. Approve on Bookaway → If fails after 3 retries: booking_failed (APPROVAL_FAILED)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6. All steps pass → booking_approved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Skip Reasons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Skipped bookings are NOT errors — they are expected, healthy behaviors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Status is 'approved'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Someone (human agent or another bot) already approved this booking before the automation got to it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No action needed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Departure date beyond 2-month window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PRIME only allows booking up to 2 months in advance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The booking was released and will be automatically picked up again when it enters the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Error Codes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Booking-Level Errors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Automation releases the booking and continues to the next 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56032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Error Code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PASSENGER_VALIDATION_ERROR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Missing or invalid passenger name, age, or 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Fix passenger details in Bookaway — will be retried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STATION_NOT_FOUND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Route's origin/destination doesn't map to a PRIME station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Escalate — may be a new unconfigured route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TRIP_NOT_FOUND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No voyages in PRIME for this route and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If &gt;7 days out: schedule may not be open yet. If ≤7 days: check with OceanJet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TRIP_SOLD_OUT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Voyage exists but all seats are sold 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PRIME for alternative times or classes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Booking-Level Errors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Error Code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VOYAGE_TIME_MISMATCH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Voyage exists but none match the expected departure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if the schedule changed in PRIME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ACCOMMODATION_UNAVAILABLE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Requested class (Tourist/Business/Open-Air) is sold 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PRIME for available classes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PRIME_VALIDATION_ERROR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showed an unexpected validation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PRIME manually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UNKNOWN_ERROR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Something unexpected that doesn't match any known pattern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Slack alert for details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System-Level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72F2F"/>
                </a:solidFill>
                <a:latin typeface="Raleway"/>
              </a:defRPr>
            </a:pPr>
            <a:r>
              <a:t>The automation STOPS and requires manual intervention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560320"/>
          <a:ext cx="1091153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Error Code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to Do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PRIME_TIMEOUT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became unresponsive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Check VM — restart PRIME and the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PRIME_CRASH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application crashed or closed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Reopen PRIME, log in, restart automation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SESSION_EXPIRED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login session timed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Re-login to PRIME, restart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RPA_INTERNAL_ERROR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Automation hit an internal error (e.g., failed ticket capture)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Safety stop to prevent duplicates — check Slack alert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APPROVAL_FAILED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Tickets issued but Bookaway approval API failed after 3 retries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Tickets exist in PRIME! Approve manually on Bookaway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Data Fields &amp;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Key Data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Bookaway booking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BW5016019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Bookaway route name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Bohol to Cebu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origin / destination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PRIME station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TAG → CEB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departure_date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When the passenger travels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booking_date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When the customer booked on Bookaway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2026-04-05T14:25:18Z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passenger_count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Number of passengers in the booking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booking_type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Trip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one-way / round-trip / connecting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tickets_issued_count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Total tickets issued (includes connecting legs)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departure_tickets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Comma-separated PRIME ticket numbers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13091871,13091874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duration_ms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Processing time in milliseconds (claim to result)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85768 (≈86 seconds)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Bookings per hour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Total approved bookings ÷ hours of operation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Target: ~10–15/hour depending on booking complexity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Hours saved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Total hours the automation was actively running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Each hour replaces approximately one hour of manual agent work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Success rate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Approved ÷ (Approved + Failed)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Skipped bookings are excluded — they are expected behavior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Error distribution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Breakdown of booking_failed events by error_code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Helps identify systemic issues (e.g., many TRIP_NOT_FOUND = schedules not open)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Avg processing time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Average duration_ms for booking_approved events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Varies by booking type — connecting routes take longer than one-way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Booking Types Explained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Tickets per Passenger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Raleway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3237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one-way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Single trip, A to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→ Bohol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round-trip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 to B and 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 (departure + return)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→ Bohol → Cebu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connecting-one-way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 to C via hub B (two legs)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2 (leg 1 + leg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→ Siquijor (via Tagbilaran)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connecting-round-trip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A to C via hub and 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73C"/>
                          </a:solidFill>
                          <a:latin typeface="Raleway"/>
                        </a:defRPr>
                      </a:pPr>
                      <a:r>
                        <a:t>Cebu → Siquijor → Cebu (via Tagbilaran)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32373C"/>
                </a:solidFill>
                <a:latin typeface="Museo Slab"/>
              </a:defRPr>
            </a:pPr>
            <a:r>
              <a:t>Support &amp; Troubleshooting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840480"/>
            <a:ext cx="2133295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32373C"/>
                </a:solidFill>
                <a:latin typeface="Museo Slab"/>
              </a:defRPr>
            </a:pPr>
            <a:r>
              <a:t>Need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371600" cy="32004"/>
          </a:xfrm>
          <a:prstGeom prst="rect">
            <a:avLst/>
          </a:prstGeom>
          <a:solidFill>
            <a:srgbClr val="07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73C"/>
                </a:solidFill>
                <a:latin typeface="Raleway"/>
              </a:defRPr>
            </a:pPr>
            <a:r>
              <a:t>•  Slack alerts go to both #oceanjet-automation and #oceanjet-ops channels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System errors (automation stopped)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Check the VM via AnyDesk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Re-login to PRIME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Restart the RPA agent and orchestrator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Booking errors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Click the Bookaway link in the Slack alert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Fix data if needed — the booking will be retried automatically</a:t>
            </a:r>
          </a:p>
          <a:p>
            <a:pPr>
              <a:spcBef>
                <a:spcPts val="800"/>
              </a:spcBef>
              <a:defRPr sz="1800">
                <a:solidFill>
                  <a:srgbClr val="32373C"/>
                </a:solidFill>
                <a:latin typeface="Raleway"/>
              </a:defRPr>
            </a:pPr>
            <a:r>
              <a:t>•  Questions about the dashboard or data</a:t>
            </a:r>
          </a:p>
          <a:p>
            <a:pPr>
              <a:spcBef>
                <a:spcPts val="400"/>
              </a:spcBef>
              <a:defRPr sz="1500">
                <a:solidFill>
                  <a:srgbClr val="32373C"/>
                </a:solidFill>
                <a:latin typeface="Raleway"/>
              </a:defRPr>
            </a:pPr>
            <a:r>
              <a:t>      –  Reach out to the Engineering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