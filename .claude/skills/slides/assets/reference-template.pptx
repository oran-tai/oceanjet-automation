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000" b="1">
                <a:solidFill>
                  <a:srgbClr val="32373C"/>
                </a:solidFill>
                <a:latin typeface="Museo Slab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000">
                <a:solidFill>
                  <a:srgbClr val="32373C"/>
                </a:solidFill>
                <a:latin typeface="Raleway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32373C"/>
                </a:solidFill>
                <a:latin typeface="Museo Slab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>
              <a:defRPr sz="1800">
                <a:solidFill>
                  <a:srgbClr val="32373C"/>
                </a:solidFill>
                <a:latin typeface="Raleway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600" b="1">
                <a:solidFill>
                  <a:srgbClr val="32373C"/>
                </a:solidFill>
                <a:latin typeface="Museo Slab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